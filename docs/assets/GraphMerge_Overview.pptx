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GraphMerge: Graph-Structured Distributed Block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Parallel AI Agent Collaboration &amp; Model Context Protocol (MCP) Server</a:t>
            </a:r>
          </a:p>
          <a:p>
            <a:r>
              <a:t>arXiv:2610.30074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Merge Degradation in Multi-Agent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When multiple AI agents (Devin, SWE-agent, AutoGen) code concurrently, their patches frequently conflict.</a:t>
            </a:r>
          </a:p>
          <a:p>
            <a:r>
              <a:t>• Syntactic Collisions: Overlapping diff hunks breaking git merge.</a:t>
            </a:r>
          </a:p>
          <a:p>
            <a:r>
              <a:t>• Semantic Regressions: Broken cross-file function signatures and Def-Use call graphs.</a:t>
            </a:r>
          </a:p>
          <a:p>
            <a:r>
              <a:t>• Bottleneck: Forcing agents into O(N) sequential queues is slow; LLM judges hallucinate and drop valid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Two-Tier AST &amp; MWIS Block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Models parallel integration as Discrete Block Optimization on Conflict Graph G = (V, E).</a:t>
            </a:r>
          </a:p>
          <a:p>
            <a:r>
              <a:t>• Tier 1: Syntactic AST function, method, and class scope collisions.</a:t>
            </a:r>
          </a:p>
          <a:p>
            <a:r>
              <a:t>• Tier 2: Cross-file semantic Definition-Use call graph &amp; import collisions.</a:t>
            </a:r>
          </a:p>
          <a:p>
            <a:r>
              <a:t>• Maximum Weight Independent Set (MWIS): Solved via NetworkX &amp; PuLP.</a:t>
            </a:r>
          </a:p>
          <a:p>
            <a:r>
              <a:t>• Guarantee: Preserves at least a 1 / chi_f(G) fraction of local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GraphMerge Model Context Protocol (MCP)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arbitrate_diff_patches: Ingests raw agent diffs, runs Two-Tier analysis, and returns certified MWIS I* with preservation bounds.</a:t>
            </a:r>
          </a:p>
          <a:p>
            <a:r>
              <a:t>• check_patch_collision: Fast pairwise conflict checking.</a:t>
            </a:r>
          </a:p>
          <a:p>
            <a:r>
              <a:t>• solve_merge: Discrete MWIS solver for symbol touch sets.</a:t>
            </a:r>
          </a:p>
          <a:p>
            <a:r>
              <a:t>• generate_reprompt_instruction: Generates context-rich re-prompt instructions for deferred agents in Cycle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 Verification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Pass Rate: Validated across 9 E2E test workers (W1-W9) spanning handshakes, deterministic arbitration, concurrency, and shutdown.</a:t>
            </a:r>
          </a:p>
          <a:p>
            <a:r>
              <a:t>• O(K * S) Efficiency: Linear inverted symbol index for lightning-fast conflict detection.</a:t>
            </a:r>
          </a:p>
          <a:p>
            <a:r>
              <a:t>• Universal IDE Support: Integrated seamlessly into Claude Code, Google Antigravity, and Cursor via standard stdio MCP transport.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